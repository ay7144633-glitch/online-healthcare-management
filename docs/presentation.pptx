
<file path=[Content_Types].xml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&#65279;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current-update-01.png"/></Relationships>

</file>

<file path=ppt/slides/_rels/slide16.xml.rels>&#65279;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current-update-02.png"/></Relationships>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repoint current project update 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repoint current project update 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